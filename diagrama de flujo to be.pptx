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447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357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243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908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335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345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880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270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194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111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557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079C-DBAF-4CFA-9BF2-E599707C1C0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96EAA-E1A9-4EE7-A0CF-DEFBA8963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198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2600325" y="723900"/>
            <a:ext cx="1181100" cy="666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Inicio</a:t>
            </a:r>
            <a:endParaRPr lang="es-AR" sz="1200" dirty="0"/>
          </a:p>
        </p:txBody>
      </p:sp>
      <p:sp>
        <p:nvSpPr>
          <p:cNvPr id="5" name="Rectángulo 4"/>
          <p:cNvSpPr/>
          <p:nvPr/>
        </p:nvSpPr>
        <p:spPr>
          <a:xfrm>
            <a:off x="2514600" y="1695450"/>
            <a:ext cx="1447800" cy="2952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Ingresar legajo</a:t>
            </a:r>
            <a:endParaRPr lang="es-AR" sz="1200" dirty="0"/>
          </a:p>
        </p:txBody>
      </p:sp>
      <p:sp>
        <p:nvSpPr>
          <p:cNvPr id="6" name="Rectángulo 5"/>
          <p:cNvSpPr/>
          <p:nvPr/>
        </p:nvSpPr>
        <p:spPr>
          <a:xfrm>
            <a:off x="2109787" y="2257425"/>
            <a:ext cx="2257425" cy="3429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Consultar saldo disponible</a:t>
            </a:r>
            <a:endParaRPr lang="es-AR" sz="1200" dirty="0"/>
          </a:p>
        </p:txBody>
      </p:sp>
      <p:sp>
        <p:nvSpPr>
          <p:cNvPr id="7" name="Rectángulo 6"/>
          <p:cNvSpPr/>
          <p:nvPr/>
        </p:nvSpPr>
        <p:spPr>
          <a:xfrm>
            <a:off x="2109787" y="2867025"/>
            <a:ext cx="2257425" cy="3905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Solicitar vacaciones</a:t>
            </a:r>
            <a:endParaRPr lang="es-AR" sz="1200" dirty="0"/>
          </a:p>
        </p:txBody>
      </p:sp>
      <p:sp>
        <p:nvSpPr>
          <p:cNvPr id="8" name="Rectángulo 7"/>
          <p:cNvSpPr/>
          <p:nvPr/>
        </p:nvSpPr>
        <p:spPr>
          <a:xfrm>
            <a:off x="2109787" y="3524250"/>
            <a:ext cx="2257425" cy="352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¿Tiene días disponibles?</a:t>
            </a:r>
            <a:endParaRPr lang="es-AR" sz="1200" dirty="0"/>
          </a:p>
        </p:txBody>
      </p:sp>
      <p:sp>
        <p:nvSpPr>
          <p:cNvPr id="9" name="Elipse 8"/>
          <p:cNvSpPr/>
          <p:nvPr/>
        </p:nvSpPr>
        <p:spPr>
          <a:xfrm>
            <a:off x="2109787" y="4281487"/>
            <a:ext cx="590550" cy="4857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Sí</a:t>
            </a:r>
            <a:endParaRPr lang="es-AR" sz="1200" dirty="0"/>
          </a:p>
        </p:txBody>
      </p:sp>
      <p:sp>
        <p:nvSpPr>
          <p:cNvPr id="10" name="Elipse 9"/>
          <p:cNvSpPr/>
          <p:nvPr/>
        </p:nvSpPr>
        <p:spPr>
          <a:xfrm>
            <a:off x="3781425" y="4281487"/>
            <a:ext cx="590550" cy="4857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No</a:t>
            </a:r>
            <a:endParaRPr lang="es-AR" sz="1200" dirty="0"/>
          </a:p>
        </p:txBody>
      </p:sp>
      <p:sp>
        <p:nvSpPr>
          <p:cNvPr id="11" name="Rectángulo 10"/>
          <p:cNvSpPr/>
          <p:nvPr/>
        </p:nvSpPr>
        <p:spPr>
          <a:xfrm>
            <a:off x="1524000" y="5095875"/>
            <a:ext cx="1562100" cy="495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Registrar solicitud</a:t>
            </a:r>
            <a:endParaRPr lang="es-AR" sz="1200" dirty="0"/>
          </a:p>
        </p:txBody>
      </p:sp>
      <p:sp>
        <p:nvSpPr>
          <p:cNvPr id="12" name="Rectángulo 11"/>
          <p:cNvSpPr/>
          <p:nvPr/>
        </p:nvSpPr>
        <p:spPr>
          <a:xfrm>
            <a:off x="3438525" y="5095875"/>
            <a:ext cx="1638300" cy="495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Informar saldo</a:t>
            </a:r>
          </a:p>
          <a:p>
            <a:pPr algn="ctr"/>
            <a:r>
              <a:rPr lang="es-AR" sz="1200" dirty="0" smtClean="0"/>
              <a:t>insuficiente</a:t>
            </a:r>
            <a:endParaRPr lang="es-AR" sz="1200" dirty="0"/>
          </a:p>
        </p:txBody>
      </p:sp>
      <p:sp>
        <p:nvSpPr>
          <p:cNvPr id="13" name="Rectángulo 12"/>
          <p:cNvSpPr/>
          <p:nvPr/>
        </p:nvSpPr>
        <p:spPr>
          <a:xfrm>
            <a:off x="1524000" y="6010275"/>
            <a:ext cx="1562100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Estado: </a:t>
            </a:r>
          </a:p>
          <a:p>
            <a:pPr algn="ctr"/>
            <a:r>
              <a:rPr lang="es-AR" sz="1200" dirty="0" smtClean="0"/>
              <a:t>Pendiente de aprobación</a:t>
            </a:r>
            <a:endParaRPr lang="es-AR" sz="1200" dirty="0"/>
          </a:p>
        </p:txBody>
      </p:sp>
      <p:sp>
        <p:nvSpPr>
          <p:cNvPr id="15" name="Elipse 14"/>
          <p:cNvSpPr/>
          <p:nvPr/>
        </p:nvSpPr>
        <p:spPr>
          <a:xfrm>
            <a:off x="2571750" y="7262812"/>
            <a:ext cx="1238250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smtClean="0"/>
              <a:t>Fin</a:t>
            </a:r>
            <a:endParaRPr lang="es-AR" sz="1200" dirty="0"/>
          </a:p>
        </p:txBody>
      </p:sp>
      <p:cxnSp>
        <p:nvCxnSpPr>
          <p:cNvPr id="19" name="Conector recto de flecha 18"/>
          <p:cNvCxnSpPr/>
          <p:nvPr/>
        </p:nvCxnSpPr>
        <p:spPr>
          <a:xfrm>
            <a:off x="3181350" y="1990725"/>
            <a:ext cx="0" cy="266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>
            <a:off x="3190875" y="2600325"/>
            <a:ext cx="0" cy="266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>
            <a:off x="3190875" y="3257550"/>
            <a:ext cx="0" cy="266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>
            <a:stCxn id="8" idx="2"/>
            <a:endCxn id="9" idx="7"/>
          </p:cNvCxnSpPr>
          <p:nvPr/>
        </p:nvCxnSpPr>
        <p:spPr>
          <a:xfrm flipH="1">
            <a:off x="2613853" y="3876675"/>
            <a:ext cx="624647" cy="475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>
            <a:stCxn id="8" idx="2"/>
            <a:endCxn id="10" idx="1"/>
          </p:cNvCxnSpPr>
          <p:nvPr/>
        </p:nvCxnSpPr>
        <p:spPr>
          <a:xfrm>
            <a:off x="3238500" y="3876675"/>
            <a:ext cx="629409" cy="475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>
            <a:stCxn id="9" idx="4"/>
          </p:cNvCxnSpPr>
          <p:nvPr/>
        </p:nvCxnSpPr>
        <p:spPr>
          <a:xfrm>
            <a:off x="2405062" y="4767262"/>
            <a:ext cx="0" cy="328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stCxn id="10" idx="4"/>
          </p:cNvCxnSpPr>
          <p:nvPr/>
        </p:nvCxnSpPr>
        <p:spPr>
          <a:xfrm>
            <a:off x="4076700" y="4767262"/>
            <a:ext cx="0" cy="328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>
            <a:stCxn id="11" idx="2"/>
            <a:endCxn id="13" idx="0"/>
          </p:cNvCxnSpPr>
          <p:nvPr/>
        </p:nvCxnSpPr>
        <p:spPr>
          <a:xfrm>
            <a:off x="2305050" y="5591175"/>
            <a:ext cx="0" cy="419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13" idx="2"/>
            <a:endCxn id="15" idx="0"/>
          </p:cNvCxnSpPr>
          <p:nvPr/>
        </p:nvCxnSpPr>
        <p:spPr>
          <a:xfrm>
            <a:off x="2305050" y="6524625"/>
            <a:ext cx="885825" cy="7381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>
            <a:stCxn id="12" idx="2"/>
            <a:endCxn id="15" idx="0"/>
          </p:cNvCxnSpPr>
          <p:nvPr/>
        </p:nvCxnSpPr>
        <p:spPr>
          <a:xfrm flipH="1">
            <a:off x="3190875" y="5591175"/>
            <a:ext cx="1066800" cy="1671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4" idx="4"/>
          </p:cNvCxnSpPr>
          <p:nvPr/>
        </p:nvCxnSpPr>
        <p:spPr>
          <a:xfrm>
            <a:off x="3190875" y="1390650"/>
            <a:ext cx="0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415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26</Words>
  <Application>Microsoft Office PowerPoint</Application>
  <PresentationFormat>Panorámica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Usuario de Windows</cp:lastModifiedBy>
  <cp:revision>3</cp:revision>
  <dcterms:created xsi:type="dcterms:W3CDTF">2026-06-18T22:43:08Z</dcterms:created>
  <dcterms:modified xsi:type="dcterms:W3CDTF">2026-06-18T23:01:03Z</dcterms:modified>
</cp:coreProperties>
</file>