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80" d="100"/>
          <a:sy n="80" d="100"/>
        </p:scale>
        <p:origin x="1686" y="-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003D-B52C-4395-8F24-B26C67077D4E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C0E09-BB4F-4DC8-B5EB-A00D14049CD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8674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003D-B52C-4395-8F24-B26C67077D4E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C0E09-BB4F-4DC8-B5EB-A00D14049CD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06407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003D-B52C-4395-8F24-B26C67077D4E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C0E09-BB4F-4DC8-B5EB-A00D14049CD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12851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003D-B52C-4395-8F24-B26C67077D4E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C0E09-BB4F-4DC8-B5EB-A00D14049CD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7302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003D-B52C-4395-8F24-B26C67077D4E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C0E09-BB4F-4DC8-B5EB-A00D14049CD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35182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003D-B52C-4395-8F24-B26C67077D4E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C0E09-BB4F-4DC8-B5EB-A00D14049CD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73401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003D-B52C-4395-8F24-B26C67077D4E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C0E09-BB4F-4DC8-B5EB-A00D14049CD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35530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003D-B52C-4395-8F24-B26C67077D4E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C0E09-BB4F-4DC8-B5EB-A00D14049CD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78873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003D-B52C-4395-8F24-B26C67077D4E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C0E09-BB4F-4DC8-B5EB-A00D14049CD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6007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003D-B52C-4395-8F24-B26C67077D4E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C0E09-BB4F-4DC8-B5EB-A00D14049CD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66295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003D-B52C-4395-8F24-B26C67077D4E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C0E09-BB4F-4DC8-B5EB-A00D14049CD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81367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D003D-B52C-4395-8F24-B26C67077D4E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0C0E09-BB4F-4DC8-B5EB-A00D14049CD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66324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44"/>
          <p:cNvGrpSpPr/>
          <p:nvPr/>
        </p:nvGrpSpPr>
        <p:grpSpPr>
          <a:xfrm>
            <a:off x="2153682" y="608621"/>
            <a:ext cx="2410160" cy="6423221"/>
            <a:chOff x="2153682" y="608621"/>
            <a:chExt cx="2410160" cy="6423221"/>
          </a:xfrm>
        </p:grpSpPr>
        <p:sp>
          <p:nvSpPr>
            <p:cNvPr id="4" name="Elipse 3"/>
            <p:cNvSpPr/>
            <p:nvPr/>
          </p:nvSpPr>
          <p:spPr>
            <a:xfrm>
              <a:off x="2837015" y="608621"/>
              <a:ext cx="915965" cy="528442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AR" sz="1100" dirty="0"/>
                <a:t>Inicio</a:t>
              </a:r>
            </a:p>
          </p:txBody>
        </p:sp>
        <p:sp>
          <p:nvSpPr>
            <p:cNvPr id="5" name="Rectángulo 4"/>
            <p:cNvSpPr/>
            <p:nvPr/>
          </p:nvSpPr>
          <p:spPr>
            <a:xfrm>
              <a:off x="2283911" y="1398935"/>
              <a:ext cx="2022171" cy="35229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AR" sz="1100" dirty="0" smtClean="0"/>
                <a:t>Ingresa al portal </a:t>
              </a:r>
              <a:r>
                <a:rPr lang="es-AR" sz="1100" dirty="0"/>
                <a:t>de vacaciones</a:t>
              </a:r>
            </a:p>
          </p:txBody>
        </p:sp>
        <p:sp>
          <p:nvSpPr>
            <p:cNvPr id="6" name="Rectángulo 5"/>
            <p:cNvSpPr/>
            <p:nvPr/>
          </p:nvSpPr>
          <p:spPr>
            <a:xfrm>
              <a:off x="2283907" y="2017790"/>
              <a:ext cx="2022171" cy="3170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AR" sz="1100" dirty="0"/>
                <a:t>Completa la solicitud de vacaciones</a:t>
              </a:r>
            </a:p>
          </p:txBody>
        </p:sp>
        <p:sp>
          <p:nvSpPr>
            <p:cNvPr id="7" name="Rectángulo 6"/>
            <p:cNvSpPr/>
            <p:nvPr/>
          </p:nvSpPr>
          <p:spPr>
            <a:xfrm>
              <a:off x="2283908" y="2640178"/>
              <a:ext cx="2022171" cy="2818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AR" sz="1100" dirty="0"/>
                <a:t>Envía solicitud</a:t>
              </a:r>
            </a:p>
          </p:txBody>
        </p:sp>
        <p:sp>
          <p:nvSpPr>
            <p:cNvPr id="8" name="Rectángulo 7"/>
            <p:cNvSpPr/>
            <p:nvPr/>
          </p:nvSpPr>
          <p:spPr>
            <a:xfrm>
              <a:off x="2283907" y="3116099"/>
              <a:ext cx="2022171" cy="27479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AR" sz="1100" dirty="0"/>
                <a:t>Supervisor revisa solicitud</a:t>
              </a:r>
            </a:p>
          </p:txBody>
        </p:sp>
        <p:sp>
          <p:nvSpPr>
            <p:cNvPr id="11" name="Decisión 10"/>
            <p:cNvSpPr/>
            <p:nvPr/>
          </p:nvSpPr>
          <p:spPr>
            <a:xfrm>
              <a:off x="2593925" y="3645708"/>
              <a:ext cx="1402133" cy="641176"/>
            </a:xfrm>
            <a:prstGeom prst="flowChartDecision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AR" sz="1100" dirty="0"/>
                <a:t>¿Aprueba solicitud?</a:t>
              </a:r>
            </a:p>
          </p:txBody>
        </p:sp>
        <p:sp>
          <p:nvSpPr>
            <p:cNvPr id="13" name="Conector 12"/>
            <p:cNvSpPr/>
            <p:nvPr/>
          </p:nvSpPr>
          <p:spPr>
            <a:xfrm>
              <a:off x="2530375" y="4550971"/>
              <a:ext cx="527150" cy="516329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AR" sz="1100" dirty="0" smtClean="0"/>
                <a:t>Sí</a:t>
              </a:r>
              <a:endParaRPr lang="es-AR" sz="1100" dirty="0"/>
            </a:p>
          </p:txBody>
        </p:sp>
        <p:sp>
          <p:nvSpPr>
            <p:cNvPr id="14" name="Conector 13"/>
            <p:cNvSpPr/>
            <p:nvPr/>
          </p:nvSpPr>
          <p:spPr>
            <a:xfrm>
              <a:off x="3617407" y="4550971"/>
              <a:ext cx="506918" cy="516329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AR" sz="11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No</a:t>
              </a:r>
              <a:endParaRPr lang="es-AR" sz="1100" dirty="0"/>
            </a:p>
          </p:txBody>
        </p:sp>
        <p:sp>
          <p:nvSpPr>
            <p:cNvPr id="15" name="Rectángulo 14"/>
            <p:cNvSpPr/>
            <p:nvPr/>
          </p:nvSpPr>
          <p:spPr>
            <a:xfrm>
              <a:off x="2153682" y="5480310"/>
              <a:ext cx="1030135" cy="381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AR" sz="1100" dirty="0" smtClean="0"/>
                <a:t>Notificar </a:t>
              </a:r>
            </a:p>
            <a:p>
              <a:pPr algn="ctr"/>
              <a:r>
                <a:rPr lang="es-AR" sz="1100" dirty="0" smtClean="0"/>
                <a:t>aprobación</a:t>
              </a:r>
              <a:endParaRPr lang="es-AR" sz="1100" dirty="0"/>
            </a:p>
          </p:txBody>
        </p:sp>
        <p:sp>
          <p:nvSpPr>
            <p:cNvPr id="16" name="Rectángulo 15"/>
            <p:cNvSpPr/>
            <p:nvPr/>
          </p:nvSpPr>
          <p:spPr>
            <a:xfrm>
              <a:off x="3428274" y="5480310"/>
              <a:ext cx="1135568" cy="381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AR" sz="1100" dirty="0" smtClean="0"/>
                <a:t>Notificar</a:t>
              </a:r>
            </a:p>
            <a:p>
              <a:pPr algn="ctr"/>
              <a:r>
                <a:rPr lang="es-AR" sz="1100" dirty="0" smtClean="0"/>
                <a:t>rechazo</a:t>
              </a:r>
              <a:endParaRPr lang="es-AR" sz="1100" dirty="0"/>
            </a:p>
          </p:txBody>
        </p:sp>
        <p:cxnSp>
          <p:nvCxnSpPr>
            <p:cNvPr id="19" name="Conector recto de flecha 18"/>
            <p:cNvCxnSpPr>
              <a:stCxn id="4" idx="4"/>
              <a:endCxn id="5" idx="0"/>
            </p:cNvCxnSpPr>
            <p:nvPr/>
          </p:nvCxnSpPr>
          <p:spPr>
            <a:xfrm flipH="1">
              <a:off x="3294997" y="1137063"/>
              <a:ext cx="1" cy="2618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de flecha 20"/>
            <p:cNvCxnSpPr>
              <a:stCxn id="5" idx="2"/>
              <a:endCxn id="6" idx="0"/>
            </p:cNvCxnSpPr>
            <p:nvPr/>
          </p:nvCxnSpPr>
          <p:spPr>
            <a:xfrm flipH="1">
              <a:off x="3294993" y="1751229"/>
              <a:ext cx="4" cy="26656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de flecha 23"/>
            <p:cNvCxnSpPr>
              <a:stCxn id="6" idx="2"/>
              <a:endCxn id="7" idx="0"/>
            </p:cNvCxnSpPr>
            <p:nvPr/>
          </p:nvCxnSpPr>
          <p:spPr>
            <a:xfrm>
              <a:off x="3294993" y="2334855"/>
              <a:ext cx="1" cy="30532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de flecha 25"/>
            <p:cNvCxnSpPr>
              <a:stCxn id="7" idx="2"/>
              <a:endCxn id="8" idx="0"/>
            </p:cNvCxnSpPr>
            <p:nvPr/>
          </p:nvCxnSpPr>
          <p:spPr>
            <a:xfrm flipH="1">
              <a:off x="3294993" y="2922014"/>
              <a:ext cx="1" cy="1940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de flecha 27"/>
            <p:cNvCxnSpPr>
              <a:stCxn id="8" idx="2"/>
              <a:endCxn id="11" idx="0"/>
            </p:cNvCxnSpPr>
            <p:nvPr/>
          </p:nvCxnSpPr>
          <p:spPr>
            <a:xfrm flipH="1">
              <a:off x="3294992" y="3390889"/>
              <a:ext cx="1" cy="2548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de flecha 29"/>
            <p:cNvCxnSpPr>
              <a:stCxn id="11" idx="2"/>
              <a:endCxn id="13" idx="7"/>
            </p:cNvCxnSpPr>
            <p:nvPr/>
          </p:nvCxnSpPr>
          <p:spPr>
            <a:xfrm flipH="1">
              <a:off x="2980326" y="4286884"/>
              <a:ext cx="314666" cy="3397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de flecha 31"/>
            <p:cNvCxnSpPr>
              <a:stCxn id="11" idx="2"/>
              <a:endCxn id="14" idx="1"/>
            </p:cNvCxnSpPr>
            <p:nvPr/>
          </p:nvCxnSpPr>
          <p:spPr>
            <a:xfrm>
              <a:off x="3294992" y="4286884"/>
              <a:ext cx="396651" cy="3397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de flecha 35"/>
            <p:cNvCxnSpPr>
              <a:stCxn id="13" idx="4"/>
            </p:cNvCxnSpPr>
            <p:nvPr/>
          </p:nvCxnSpPr>
          <p:spPr>
            <a:xfrm>
              <a:off x="2793950" y="5067300"/>
              <a:ext cx="0" cy="4130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de flecha 37"/>
            <p:cNvCxnSpPr>
              <a:stCxn id="14" idx="4"/>
            </p:cNvCxnSpPr>
            <p:nvPr/>
          </p:nvCxnSpPr>
          <p:spPr>
            <a:xfrm>
              <a:off x="3870866" y="5067300"/>
              <a:ext cx="14287" cy="4130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de flecha 39"/>
            <p:cNvCxnSpPr>
              <a:stCxn id="15" idx="2"/>
            </p:cNvCxnSpPr>
            <p:nvPr/>
          </p:nvCxnSpPr>
          <p:spPr>
            <a:xfrm>
              <a:off x="2668750" y="5861310"/>
              <a:ext cx="468909" cy="51499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de flecha 41"/>
            <p:cNvCxnSpPr>
              <a:stCxn id="16" idx="2"/>
            </p:cNvCxnSpPr>
            <p:nvPr/>
          </p:nvCxnSpPr>
          <p:spPr>
            <a:xfrm flipH="1">
              <a:off x="3617407" y="5861310"/>
              <a:ext cx="378651" cy="51499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Elipse 43"/>
            <p:cNvSpPr/>
            <p:nvPr/>
          </p:nvSpPr>
          <p:spPr>
            <a:xfrm>
              <a:off x="2793951" y="6376305"/>
              <a:ext cx="1076916" cy="655537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AR" sz="1100" dirty="0" smtClean="0"/>
                <a:t>Fin</a:t>
              </a:r>
              <a:endParaRPr lang="es-AR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82191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</TotalTime>
  <Words>27</Words>
  <Application>Microsoft Office PowerPoint</Application>
  <PresentationFormat>Panorámica</PresentationFormat>
  <Paragraphs>13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Usuario de Windows</cp:lastModifiedBy>
  <cp:revision>9</cp:revision>
  <dcterms:created xsi:type="dcterms:W3CDTF">2026-06-18T21:27:13Z</dcterms:created>
  <dcterms:modified xsi:type="dcterms:W3CDTF">2026-06-18T22:44:14Z</dcterms:modified>
</cp:coreProperties>
</file>